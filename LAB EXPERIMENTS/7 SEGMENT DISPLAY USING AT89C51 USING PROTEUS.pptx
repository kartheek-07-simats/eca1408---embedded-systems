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8EDE-31EF-C1B8-D59A-E12C99E6F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D901E-8FF6-9DE6-2616-7DE3D9D7B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163CA-DA73-F7DA-2207-49E73CD9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A2407-48B4-233B-6C54-4B08F0DC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1D80F-EC74-2919-F1E4-FBBA0EB2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20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0A75-B692-447B-FCF3-8F7AF946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AD6C9-EACC-D017-4C67-AFE0171D7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1A7A7-96F7-0133-60F9-65611E73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51FE1-F3E8-D640-D3EB-1D002BE5D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B836B-CCD9-562C-7EB7-5BCC9CC7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1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09C0-2620-0B14-F2CE-C27C1433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37F54-6CD8-9F6E-CE35-D58F5CFE2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E817F-445A-3811-0880-2ECC662B5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38D52-3341-30E0-4C0E-CFD62F02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78F96-083D-0959-7FC6-DE00D6F3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31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5946-0420-CFD1-9E23-F0B40D48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2DD48-4D43-AD95-5DB5-56894A2B7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4F703-3225-9248-B156-BD543A942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E2E12-C35A-12B3-1E22-3136B2443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7F101-13C0-6E60-9B4A-328F8978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9E87C-A26C-1FD4-C5C5-1FB68B6C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59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1522-6C2F-A720-B517-14E55705B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5CF89-3F01-B60D-02CE-25985F9EA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83B17-7EEE-762F-B6D6-46EE0F250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65F0D-AA32-F683-8FB9-6FDDE5B00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20029-6DD2-4F2A-0468-4330C5C5D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82249-1856-5754-97F9-D824AF85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534F8-25B4-9E38-A987-E543BF4B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F0078-38D4-2ED0-F6A9-2A749E69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54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574E-7727-C551-4292-64F1A6F8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3F0AAE-FA1E-85FE-47CD-18D218F1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529AA4-B9BD-3A3F-B8DE-10728D5B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17599-4256-1E11-7092-C3C33F56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64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2B773-8632-964F-60E2-98809969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76CAA-081C-CE31-CE84-980B4416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64830-A9E5-E950-49F5-EED3BB28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40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8E6C-580F-C2EC-2EC1-30A8957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EDB6D-0F52-5B3F-24DC-C0729958B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A2516-1428-9368-3BB3-742B10D4F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5F65A-A700-CD4B-1A01-11E6BDED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DC5D0-6928-9FDA-CC93-8416456A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9CD09-F241-93AC-925A-A502BFF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51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DAF6-EF99-A68D-748B-5F7F3D29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77F10-1BC8-29C2-CD4B-D619D0848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69D05-90F2-8993-0500-18D963E89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A24DC-F9DC-5932-FF84-705177CA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B1971-2FC6-6621-A82D-B079836C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73492-9EFD-5951-0EA9-2518A661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2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D16C-0976-AAC0-1AFE-A19D6CCE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E75E8-5EB9-935D-146C-FDF8A815E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22749-E5EF-6125-E448-DFC606E7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DC4A4-A3D6-66EB-50BB-B73933B1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F734C-14CA-6816-511B-AD53548A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248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34CDA-8C39-BF16-8139-C284B442E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5AC47-AA4D-7B8F-172E-A4536ACB8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F77CF-0672-CCA1-B3B3-6313AFED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7A868-4B00-03B3-8E81-C91F94BC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671A3-7CF3-D36F-8A18-A8E46085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78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D72445-C723-445B-0EBC-71F986AA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652E9-E782-7CE7-9891-0952A7B42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9D614-D2F2-23F8-15FA-9E58C24EF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BEB6B-D5C1-4755-8653-8B17754E2741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F7E30-4DCD-73B8-F8B7-9695F350C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407D2-1E1A-3F24-85CF-D5CB5686F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D5D59-D526-47F1-80F8-5EA0BF401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57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D8DB1-F7BB-9B6C-3DCD-45AE2A0B9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0072" y="189675"/>
            <a:ext cx="8250936" cy="340677"/>
          </a:xfrm>
        </p:spPr>
        <p:txBody>
          <a:bodyPr>
            <a:normAutofit fontScale="90000"/>
          </a:bodyPr>
          <a:lstStyle/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SEGMENT DISPLAY USING AT89C51 USING PROTEUS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80389-99F0-1FAA-6631-7B3D56C28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696" y="822262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interface a 7 segment display with AT89C51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decimal digits using segment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output display interfacing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DBD6D-C095-E474-5801-C99FA44FE641}"/>
              </a:ext>
            </a:extLst>
          </p:cNvPr>
          <p:cNvSpPr txBox="1"/>
          <p:nvPr/>
        </p:nvSpPr>
        <p:spPr>
          <a:xfrm>
            <a:off x="758952" y="2478024"/>
            <a:ext cx="268224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 000H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UP:MOV P2,#0C0H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P2,#0F9H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P2,#0A4H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P2,#0B0H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P2,#99H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P2,#92H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P2,#82H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P2,#0F8H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 #80H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P2,#90H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ACALL DELAY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DELAY: MOV R5,#10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H1:MOV R4,#180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H2:MOV R3,#255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H3:DJNZ R3,H3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DJNZ R4,H2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DJNZ R5,H1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</a:t>
            </a:r>
          </a:p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EBFB7-B470-FB38-49C5-4F154E0F3DB9}"/>
              </a:ext>
            </a:extLst>
          </p:cNvPr>
          <p:cNvSpPr txBox="1"/>
          <p:nvPr/>
        </p:nvSpPr>
        <p:spPr>
          <a:xfrm>
            <a:off x="8128898" y="2050482"/>
            <a:ext cx="24995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E12418-6A7C-4CDD-E5F9-946112BD7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498" y="2688336"/>
            <a:ext cx="6504230" cy="365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2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7 SEGMENT DISPLAY USING AT89C51 USING PROTEUS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kartheek</dc:creator>
  <cp:lastModifiedBy>A kartheek</cp:lastModifiedBy>
  <cp:revision>1</cp:revision>
  <dcterms:created xsi:type="dcterms:W3CDTF">2026-07-30T06:28:35Z</dcterms:created>
  <dcterms:modified xsi:type="dcterms:W3CDTF">2026-07-30T06:28:36Z</dcterms:modified>
</cp:coreProperties>
</file>